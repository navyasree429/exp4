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5.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99" autoAdjust="0"/>
    <p:restoredTop sz="94660"/>
  </p:normalViewPr>
  <p:slideViewPr>
    <p:cSldViewPr snapToGrid="0">
      <p:cViewPr varScale="1">
        <p:scale>
          <a:sx n="78" d="100"/>
          <a:sy n="78"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41BC9-6540-4B8B-B66A-3D7BA2F6C385}" type="datetimeFigureOut">
              <a:rPr lang="en-IN" smtClean="0"/>
              <a:t>01-08-2024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6F96A-6AA2-4DD5-9072-91C98E1C96B8}" type="slidenum">
              <a:rPr lang="en-IN" smtClean="0"/>
              <a:t>‹#›</a:t>
            </a:fld>
            <a:endParaRPr lang="en-IN"/>
          </a:p>
        </p:txBody>
      </p:sp>
    </p:spTree>
    <p:extLst>
      <p:ext uri="{BB962C8B-B14F-4D97-AF65-F5344CB8AC3E}">
        <p14:creationId xmlns:p14="http://schemas.microsoft.com/office/powerpoint/2010/main" val="211168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76F96A-6AA2-4DD5-9072-91C98E1C96B8}" type="slidenum">
              <a:rPr lang="en-IN" smtClean="0"/>
              <a:t>1</a:t>
            </a:fld>
            <a:endParaRPr lang="en-IN"/>
          </a:p>
        </p:txBody>
      </p:sp>
    </p:spTree>
    <p:extLst>
      <p:ext uri="{BB962C8B-B14F-4D97-AF65-F5344CB8AC3E}">
        <p14:creationId xmlns:p14="http://schemas.microsoft.com/office/powerpoint/2010/main" val="1561768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46876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793542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2119511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CD127C-F27B-4CEE-9B19-DE2DFC6F2450}"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1226952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CD127C-F27B-4CEE-9B19-DE2DFC6F2450}" type="datetimeFigureOut">
              <a:rPr lang="en-IN" smtClean="0"/>
              <a:t>01-08-2024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3437698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CD127C-F27B-4CEE-9B19-DE2DFC6F2450}" type="datetimeFigureOut">
              <a:rPr lang="en-IN" smtClean="0"/>
              <a:t>01-08-2024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2514614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CD127C-F27B-4CEE-9B19-DE2DFC6F2450}" type="datetimeFigureOut">
              <a:rPr lang="en-IN" smtClean="0"/>
              <a:t>01-08-2024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295695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CD127C-F27B-4CEE-9B19-DE2DFC6F2450}"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399972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D127C-F27B-4CEE-9B19-DE2DFC6F2450}"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1193138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3736578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22824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1370718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26387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1618538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622730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CD127C-F27B-4CEE-9B19-DE2DFC6F2450}"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453BCB-E586-43F6-BF63-4B0BB51C2CD9}" type="slidenum">
              <a:rPr lang="en-IN" smtClean="0"/>
              <a:t>‹#›</a:t>
            </a:fld>
            <a:endParaRPr lang="en-IN"/>
          </a:p>
        </p:txBody>
      </p:sp>
    </p:spTree>
    <p:extLst>
      <p:ext uri="{BB962C8B-B14F-4D97-AF65-F5344CB8AC3E}">
        <p14:creationId xmlns:p14="http://schemas.microsoft.com/office/powerpoint/2010/main" val="3887173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3CD127C-F27B-4CEE-9B19-DE2DFC6F2450}" type="datetimeFigureOut">
              <a:rPr lang="en-IN" smtClean="0"/>
              <a:t>01-08-2024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1C453BCB-E586-43F6-BF63-4B0BB51C2CD9}" type="slidenum">
              <a:rPr lang="en-IN" smtClean="0"/>
              <a:t>‹#›</a:t>
            </a:fld>
            <a:endParaRPr lang="en-IN"/>
          </a:p>
        </p:txBody>
      </p:sp>
    </p:spTree>
    <p:extLst>
      <p:ext uri="{BB962C8B-B14F-4D97-AF65-F5344CB8AC3E}">
        <p14:creationId xmlns:p14="http://schemas.microsoft.com/office/powerpoint/2010/main" val="105603633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eet244/Hangman-game" TargetMode="External"/><Relationship Id="rId2" Type="http://schemas.openxmlformats.org/officeDocument/2006/relationships/hyperlink" Target="https://www.geeksforgeeks.org/python-program-for-word-guessing-game/" TargetMode="External"/><Relationship Id="rId1" Type="http://schemas.openxmlformats.org/officeDocument/2006/relationships/slideLayout" Target="../slideLayouts/slideLayout2.xml"/><Relationship Id="rId5" Type="http://schemas.openxmlformats.org/officeDocument/2006/relationships/hyperlink" Target="https://www.scribd.com/document/607816937/Project-Report-on-Hangman-Game" TargetMode="External"/><Relationship Id="rId4" Type="http://schemas.openxmlformats.org/officeDocument/2006/relationships/hyperlink" Target="https://github.com/jasmin-30/Hangma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12ED46-835C-A89F-E513-7A405335680B}"/>
              </a:ext>
            </a:extLst>
          </p:cNvPr>
          <p:cNvSpPr>
            <a:spLocks noGrp="1"/>
          </p:cNvSpPr>
          <p:nvPr>
            <p:ph type="subTitle" idx="1"/>
          </p:nvPr>
        </p:nvSpPr>
        <p:spPr>
          <a:xfrm>
            <a:off x="1507067" y="4490977"/>
            <a:ext cx="5541914" cy="1423686"/>
          </a:xfrm>
        </p:spPr>
        <p:txBody>
          <a:bodyPr>
            <a:normAutofit fontScale="92500" lnSpcReduction="10000"/>
          </a:bodyPr>
          <a:lstStyle/>
          <a:p>
            <a:r>
              <a:rPr lang="en-IN" dirty="0" err="1"/>
              <a:t>Name:Navya</a:t>
            </a:r>
            <a:r>
              <a:rPr lang="en-IN" dirty="0"/>
              <a:t> </a:t>
            </a:r>
            <a:r>
              <a:rPr lang="en-IN" dirty="0" err="1"/>
              <a:t>sree</a:t>
            </a:r>
            <a:endParaRPr lang="en-IN" dirty="0"/>
          </a:p>
          <a:p>
            <a:r>
              <a:rPr lang="en-IN" dirty="0"/>
              <a:t>    </a:t>
            </a:r>
            <a:r>
              <a:rPr lang="en-IN" dirty="0" err="1"/>
              <a:t>Regd</a:t>
            </a:r>
            <a:r>
              <a:rPr lang="en-IN" dirty="0"/>
              <a:t> no:Y22ACM474</a:t>
            </a:r>
          </a:p>
          <a:p>
            <a:r>
              <a:rPr lang="en-IN" dirty="0" err="1"/>
              <a:t>Dept:CBDS&amp;AIML</a:t>
            </a:r>
            <a:endParaRPr lang="en-IN" dirty="0"/>
          </a:p>
          <a:p>
            <a:r>
              <a:rPr lang="en-IN" dirty="0" err="1"/>
              <a:t>Section:B</a:t>
            </a:r>
            <a:endParaRPr lang="en-IN" dirty="0"/>
          </a:p>
          <a:p>
            <a:endParaRPr lang="en-IN" dirty="0"/>
          </a:p>
        </p:txBody>
      </p:sp>
      <p:pic>
        <p:nvPicPr>
          <p:cNvPr id="5" name="Picture 4">
            <a:extLst>
              <a:ext uri="{FF2B5EF4-FFF2-40B4-BE49-F238E27FC236}">
                <a16:creationId xmlns:a16="http://schemas.microsoft.com/office/drawing/2014/main" id="{853D8DBB-3D4E-6604-7C53-D382E9893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8981" y="208344"/>
            <a:ext cx="4618299" cy="4722471"/>
          </a:xfrm>
          <a:prstGeom prst="rect">
            <a:avLst/>
          </a:prstGeom>
        </p:spPr>
      </p:pic>
      <p:sp>
        <p:nvSpPr>
          <p:cNvPr id="7" name="TextBox 6">
            <a:extLst>
              <a:ext uri="{FF2B5EF4-FFF2-40B4-BE49-F238E27FC236}">
                <a16:creationId xmlns:a16="http://schemas.microsoft.com/office/drawing/2014/main" id="{382F167F-CD89-036D-B689-E5E3F970C4E8}"/>
              </a:ext>
            </a:extLst>
          </p:cNvPr>
          <p:cNvSpPr txBox="1"/>
          <p:nvPr/>
        </p:nvSpPr>
        <p:spPr>
          <a:xfrm>
            <a:off x="3052823" y="3097154"/>
            <a:ext cx="3232230" cy="646331"/>
          </a:xfrm>
          <a:prstGeom prst="rect">
            <a:avLst/>
          </a:prstGeom>
          <a:noFill/>
        </p:spPr>
        <p:txBody>
          <a:bodyPr wrap="square">
            <a:spAutoFit/>
          </a:bodyPr>
          <a:lstStyle/>
          <a:p>
            <a:br>
              <a:rPr lang="en-IN" dirty="0"/>
            </a:br>
            <a:endParaRPr lang="en-IN" dirty="0"/>
          </a:p>
        </p:txBody>
      </p:sp>
      <p:sp>
        <p:nvSpPr>
          <p:cNvPr id="9" name="Title 8">
            <a:extLst>
              <a:ext uri="{FF2B5EF4-FFF2-40B4-BE49-F238E27FC236}">
                <a16:creationId xmlns:a16="http://schemas.microsoft.com/office/drawing/2014/main" id="{32F45430-AF8C-012C-13D8-75CEE45E983A}"/>
              </a:ext>
            </a:extLst>
          </p:cNvPr>
          <p:cNvSpPr>
            <a:spLocks noGrp="1"/>
          </p:cNvSpPr>
          <p:nvPr>
            <p:ph type="ctrTitle"/>
          </p:nvPr>
        </p:nvSpPr>
        <p:spPr>
          <a:xfrm>
            <a:off x="1507067" y="2404534"/>
            <a:ext cx="5541914" cy="1646302"/>
          </a:xfrm>
        </p:spPr>
        <p:txBody>
          <a:bodyPr/>
          <a:lstStyle/>
          <a:p>
            <a:r>
              <a:rPr lang="en-IN" dirty="0"/>
              <a:t>HANGMAN GAME</a:t>
            </a:r>
            <a:br>
              <a:rPr lang="en-IN" dirty="0"/>
            </a:br>
            <a:r>
              <a:rPr lang="en-IN" dirty="0"/>
              <a:t>USING PYTHON </a:t>
            </a:r>
          </a:p>
        </p:txBody>
      </p:sp>
    </p:spTree>
    <p:extLst>
      <p:ext uri="{BB962C8B-B14F-4D97-AF65-F5344CB8AC3E}">
        <p14:creationId xmlns:p14="http://schemas.microsoft.com/office/powerpoint/2010/main" val="2093025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93240-58F6-9CB8-6DB7-3EFCBDE15ED4}"/>
              </a:ext>
            </a:extLst>
          </p:cNvPr>
          <p:cNvSpPr>
            <a:spLocks noGrp="1"/>
          </p:cNvSpPr>
          <p:nvPr>
            <p:ph type="title"/>
          </p:nvPr>
        </p:nvSpPr>
        <p:spPr/>
        <p:txBody>
          <a:bodyPr/>
          <a:lstStyle/>
          <a:p>
            <a:r>
              <a:rPr lang="en-IN" dirty="0"/>
              <a:t>CONTENTS:</a:t>
            </a:r>
            <a:br>
              <a:rPr lang="en-IN" dirty="0"/>
            </a:br>
            <a:endParaRPr lang="en-IN" dirty="0"/>
          </a:p>
        </p:txBody>
      </p:sp>
      <p:sp>
        <p:nvSpPr>
          <p:cNvPr id="3" name="Content Placeholder 2">
            <a:extLst>
              <a:ext uri="{FF2B5EF4-FFF2-40B4-BE49-F238E27FC236}">
                <a16:creationId xmlns:a16="http://schemas.microsoft.com/office/drawing/2014/main" id="{A6E57B2B-4239-51B0-CDCF-46D67F0F102A}"/>
              </a:ext>
            </a:extLst>
          </p:cNvPr>
          <p:cNvSpPr>
            <a:spLocks noGrp="1"/>
          </p:cNvSpPr>
          <p:nvPr>
            <p:ph idx="1"/>
          </p:nvPr>
        </p:nvSpPr>
        <p:spPr/>
        <p:txBody>
          <a:bodyPr/>
          <a:lstStyle/>
          <a:p>
            <a:pPr>
              <a:buFont typeface="Arial" panose="020B0604020202020204" pitchFamily="34" charset="0"/>
              <a:buChar char="•"/>
            </a:pPr>
            <a:r>
              <a:rPr lang="en-IN" dirty="0"/>
              <a:t>ABSTRACT</a:t>
            </a:r>
          </a:p>
          <a:p>
            <a:pPr>
              <a:buFont typeface="Arial" panose="020B0604020202020204" pitchFamily="34" charset="0"/>
              <a:buChar char="•"/>
            </a:pPr>
            <a:r>
              <a:rPr lang="en-IN" dirty="0"/>
              <a:t>EXISTING SYSTEM</a:t>
            </a:r>
          </a:p>
          <a:p>
            <a:pPr>
              <a:buFont typeface="Arial" panose="020B0604020202020204" pitchFamily="34" charset="0"/>
              <a:buChar char="•"/>
            </a:pPr>
            <a:r>
              <a:rPr lang="en-IN" dirty="0"/>
              <a:t>PROPOSED SYSTEM</a:t>
            </a:r>
          </a:p>
          <a:p>
            <a:pPr>
              <a:buFont typeface="Arial" panose="020B0604020202020204" pitchFamily="34" charset="0"/>
              <a:buChar char="•"/>
            </a:pPr>
            <a:r>
              <a:rPr lang="en-IN" dirty="0"/>
              <a:t>HIGH LEVEL DESIGNS</a:t>
            </a:r>
          </a:p>
          <a:p>
            <a:pPr>
              <a:buFont typeface="Arial" panose="020B0604020202020204" pitchFamily="34" charset="0"/>
              <a:buChar char="•"/>
            </a:pPr>
            <a:r>
              <a:rPr lang="en-IN" dirty="0"/>
              <a:t>FLOW CHAT</a:t>
            </a:r>
          </a:p>
          <a:p>
            <a:pPr>
              <a:buFont typeface="Arial" panose="020B0604020202020204" pitchFamily="34" charset="0"/>
              <a:buChar char="•"/>
            </a:pPr>
            <a:r>
              <a:rPr lang="en-IN" dirty="0"/>
              <a:t>CODE</a:t>
            </a:r>
          </a:p>
          <a:p>
            <a:pPr>
              <a:buFont typeface="Arial" panose="020B0604020202020204" pitchFamily="34" charset="0"/>
              <a:buChar char="•"/>
            </a:pPr>
            <a:r>
              <a:rPr lang="en-IN" dirty="0"/>
              <a:t>SCREEN SHOTS</a:t>
            </a:r>
          </a:p>
          <a:p>
            <a:pPr>
              <a:buFont typeface="Arial" panose="020B0604020202020204" pitchFamily="34" charset="0"/>
              <a:buChar char="•"/>
            </a:pPr>
            <a:r>
              <a:rPr lang="en-IN" dirty="0"/>
              <a:t>REFERENCE</a:t>
            </a:r>
          </a:p>
        </p:txBody>
      </p:sp>
    </p:spTree>
    <p:extLst>
      <p:ext uri="{BB962C8B-B14F-4D97-AF65-F5344CB8AC3E}">
        <p14:creationId xmlns:p14="http://schemas.microsoft.com/office/powerpoint/2010/main" val="91862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7878-6CED-16FD-66D2-D933B5B3B856}"/>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625026CA-0A94-C0CF-0694-5892D6F883A7}"/>
              </a:ext>
            </a:extLst>
          </p:cNvPr>
          <p:cNvSpPr>
            <a:spLocks noGrp="1"/>
          </p:cNvSpPr>
          <p:nvPr>
            <p:ph idx="1"/>
          </p:nvPr>
        </p:nvSpPr>
        <p:spPr>
          <a:xfrm>
            <a:off x="355600" y="2367627"/>
            <a:ext cx="6820704" cy="3880773"/>
          </a:xfrm>
        </p:spPr>
        <p:txBody>
          <a:bodyPr/>
          <a:lstStyle/>
          <a:p>
            <a:pPr marL="0" indent="0">
              <a:buNone/>
            </a:pPr>
            <a:r>
              <a:rPr lang="en-IN" dirty="0"/>
              <a:t>Creating a Hangman game in python </a:t>
            </a:r>
            <a:r>
              <a:rPr lang="en-IN" dirty="0" err="1"/>
              <a:t>invovels</a:t>
            </a:r>
            <a:r>
              <a:rPr lang="en-IN" dirty="0"/>
              <a:t> implementing a</a:t>
            </a:r>
          </a:p>
          <a:p>
            <a:pPr marL="0" indent="0">
              <a:buNone/>
            </a:pPr>
            <a:r>
              <a:rPr lang="en-IN" dirty="0"/>
              <a:t> text-based version of the classic word –guessing </a:t>
            </a:r>
            <a:r>
              <a:rPr lang="en-IN" dirty="0" err="1"/>
              <a:t>game.In</a:t>
            </a:r>
            <a:r>
              <a:rPr lang="en-IN" dirty="0"/>
              <a:t> this</a:t>
            </a:r>
          </a:p>
          <a:p>
            <a:pPr marL="0" indent="0">
              <a:buNone/>
            </a:pPr>
            <a:r>
              <a:rPr lang="en-IN" dirty="0"/>
              <a:t> game, a player tries to guess a word by suggesting  letters </a:t>
            </a:r>
          </a:p>
          <a:p>
            <a:pPr marL="0" indent="0">
              <a:buNone/>
            </a:pPr>
            <a:r>
              <a:rPr lang="en-IN" dirty="0"/>
              <a:t>Within a certain number of </a:t>
            </a:r>
            <a:r>
              <a:rPr lang="en-IN" dirty="0" err="1"/>
              <a:t>attemps.The</a:t>
            </a:r>
            <a:r>
              <a:rPr lang="en-IN" dirty="0"/>
              <a:t> player loses if they</a:t>
            </a:r>
          </a:p>
          <a:p>
            <a:pPr marL="0" indent="0">
              <a:buNone/>
            </a:pPr>
            <a:r>
              <a:rPr lang="en-IN" dirty="0"/>
              <a:t>Guess incorrectly too many times.</a:t>
            </a:r>
          </a:p>
        </p:txBody>
      </p:sp>
      <p:pic>
        <p:nvPicPr>
          <p:cNvPr id="4" name="Picture 3">
            <a:extLst>
              <a:ext uri="{FF2B5EF4-FFF2-40B4-BE49-F238E27FC236}">
                <a16:creationId xmlns:a16="http://schemas.microsoft.com/office/drawing/2014/main" id="{227F870C-42B8-E0AC-BEF2-A333B2406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3418" y="688258"/>
            <a:ext cx="4139381" cy="5211097"/>
          </a:xfrm>
          <a:prstGeom prst="rect">
            <a:avLst/>
          </a:prstGeom>
        </p:spPr>
      </p:pic>
    </p:spTree>
    <p:extLst>
      <p:ext uri="{BB962C8B-B14F-4D97-AF65-F5344CB8AC3E}">
        <p14:creationId xmlns:p14="http://schemas.microsoft.com/office/powerpoint/2010/main" val="1182461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6C11-42B7-9E03-5A68-EA1B85FED5D3}"/>
              </a:ext>
            </a:extLst>
          </p:cNvPr>
          <p:cNvSpPr>
            <a:spLocks noGrp="1"/>
          </p:cNvSpPr>
          <p:nvPr>
            <p:ph type="title"/>
          </p:nvPr>
        </p:nvSpPr>
        <p:spPr/>
        <p:txBody>
          <a:bodyPr/>
          <a:lstStyle/>
          <a:p>
            <a:r>
              <a:rPr lang="en-IN" dirty="0"/>
              <a:t>EXISTING SYSTEM:</a:t>
            </a:r>
          </a:p>
        </p:txBody>
      </p:sp>
      <p:sp>
        <p:nvSpPr>
          <p:cNvPr id="12" name="Content Placeholder 11">
            <a:extLst>
              <a:ext uri="{FF2B5EF4-FFF2-40B4-BE49-F238E27FC236}">
                <a16:creationId xmlns:a16="http://schemas.microsoft.com/office/drawing/2014/main" id="{988814D8-4B76-7AA8-2CA3-BCDE23DC78FF}"/>
              </a:ext>
            </a:extLst>
          </p:cNvPr>
          <p:cNvSpPr>
            <a:spLocks noGrp="1"/>
          </p:cNvSpPr>
          <p:nvPr>
            <p:ph idx="1"/>
          </p:nvPr>
        </p:nvSpPr>
        <p:spPr>
          <a:xfrm>
            <a:off x="213360" y="1556059"/>
            <a:ext cx="6993685" cy="4485303"/>
          </a:xfrm>
        </p:spPr>
        <p:txBody>
          <a:bodyPr/>
          <a:lstStyle/>
          <a:p>
            <a:pPr marL="0" indent="0">
              <a:buNone/>
            </a:pPr>
            <a:r>
              <a:rPr lang="en-US" dirty="0"/>
              <a:t>Here are 5 key points about existing Hangman game systems:</a:t>
            </a:r>
          </a:p>
          <a:p>
            <a:pPr>
              <a:buAutoNum type="arabicPeriod"/>
            </a:pPr>
            <a:r>
              <a:rPr lang="en-US" dirty="0"/>
              <a:t>Word to guess is randomly selected from a predefined list.</a:t>
            </a:r>
          </a:p>
          <a:p>
            <a:pPr>
              <a:buAutoNum type="arabicPeriod"/>
            </a:pPr>
            <a:r>
              <a:rPr lang="en-US" dirty="0"/>
              <a:t> Players input letter guesses, receiving feedback on correctness.</a:t>
            </a:r>
          </a:p>
          <a:p>
            <a:pPr>
              <a:buAutoNum type="arabicPeriod"/>
            </a:pPr>
            <a:r>
              <a:rPr lang="en-US" dirty="0"/>
              <a:t> Correct guesses reveal the letter's position in the word.</a:t>
            </a:r>
          </a:p>
          <a:p>
            <a:pPr>
              <a:buAutoNum type="arabicPeriod"/>
            </a:pPr>
            <a:r>
              <a:rPr lang="en-US" dirty="0"/>
              <a:t> Incorrect guesses increment a counter, drawing a hangman figure.</a:t>
            </a:r>
          </a:p>
          <a:p>
            <a:pPr>
              <a:buAutoNum type="arabicPeriod"/>
            </a:pPr>
            <a:r>
              <a:rPr lang="en-US" dirty="0"/>
              <a:t> Game ends when the word is guessed or the hangman figure is complete.</a:t>
            </a:r>
            <a:endParaRPr lang="en-IN" dirty="0"/>
          </a:p>
        </p:txBody>
      </p:sp>
      <p:pic>
        <p:nvPicPr>
          <p:cNvPr id="3" name="Picture 2">
            <a:extLst>
              <a:ext uri="{FF2B5EF4-FFF2-40B4-BE49-F238E27FC236}">
                <a16:creationId xmlns:a16="http://schemas.microsoft.com/office/drawing/2014/main" id="{350B6CF9-5AC4-7A7E-0FC7-9DF48B6F2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7046" y="1366684"/>
            <a:ext cx="4424515" cy="4385187"/>
          </a:xfrm>
          <a:prstGeom prst="rect">
            <a:avLst/>
          </a:prstGeom>
        </p:spPr>
      </p:pic>
    </p:spTree>
    <p:extLst>
      <p:ext uri="{BB962C8B-B14F-4D97-AF65-F5344CB8AC3E}">
        <p14:creationId xmlns:p14="http://schemas.microsoft.com/office/powerpoint/2010/main" val="3360251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C39F-C8C0-57C1-14C9-1E901D013C68}"/>
              </a:ext>
            </a:extLst>
          </p:cNvPr>
          <p:cNvSpPr>
            <a:spLocks noGrp="1"/>
          </p:cNvSpPr>
          <p:nvPr>
            <p:ph type="title"/>
          </p:nvPr>
        </p:nvSpPr>
        <p:spPr>
          <a:xfrm>
            <a:off x="677334" y="609600"/>
            <a:ext cx="8596668" cy="619126"/>
          </a:xfrm>
        </p:spPr>
        <p:txBody>
          <a:bodyPr>
            <a:normAutofit fontScale="90000"/>
          </a:bodyPr>
          <a:lstStyle/>
          <a:p>
            <a:r>
              <a:rPr lang="en-IN" dirty="0"/>
              <a:t>Proposed system:</a:t>
            </a:r>
          </a:p>
        </p:txBody>
      </p:sp>
      <p:sp>
        <p:nvSpPr>
          <p:cNvPr id="3" name="Content Placeholder 2">
            <a:extLst>
              <a:ext uri="{FF2B5EF4-FFF2-40B4-BE49-F238E27FC236}">
                <a16:creationId xmlns:a16="http://schemas.microsoft.com/office/drawing/2014/main" id="{3C31C23E-761F-087F-3C13-8A22A1FD91E1}"/>
              </a:ext>
            </a:extLst>
          </p:cNvPr>
          <p:cNvSpPr>
            <a:spLocks noGrp="1"/>
          </p:cNvSpPr>
          <p:nvPr>
            <p:ph idx="1"/>
          </p:nvPr>
        </p:nvSpPr>
        <p:spPr>
          <a:xfrm>
            <a:off x="223519" y="1356852"/>
            <a:ext cx="8301049" cy="4109883"/>
          </a:xfrm>
        </p:spPr>
        <p:txBody>
          <a:bodyPr/>
          <a:lstStyle/>
          <a:p>
            <a:pPr marL="0" indent="0">
              <a:buNone/>
            </a:pPr>
            <a:r>
              <a:rPr lang="en-US" dirty="0"/>
              <a:t>The proposed Hangman system introduces dynamic word generation, allowing</a:t>
            </a:r>
          </a:p>
          <a:p>
            <a:pPr marL="0" indent="0">
              <a:buNone/>
            </a:pPr>
            <a:r>
              <a:rPr lang="en-US" dirty="0"/>
              <a:t> players to choose from various topics and lengths. An intelligent hint system,</a:t>
            </a:r>
          </a:p>
          <a:p>
            <a:pPr marL="0" indent="0">
              <a:buNone/>
            </a:pPr>
            <a:r>
              <a:rPr lang="en-US" dirty="0"/>
              <a:t> powered by AI, provides subtle clues to aid players. The game features</a:t>
            </a:r>
          </a:p>
          <a:p>
            <a:pPr marL="0" indent="0">
              <a:buNone/>
            </a:pPr>
            <a:r>
              <a:rPr lang="en-US" dirty="0"/>
              <a:t> customizable visual themes, enabling a personalized experience. Real-time</a:t>
            </a:r>
          </a:p>
          <a:p>
            <a:pPr marL="0" indent="0">
              <a:buNone/>
            </a:pPr>
            <a:r>
              <a:rPr lang="en-US" dirty="0"/>
              <a:t> multiplayer capabilities facilitate competitive and cooperative play. Adaptive</a:t>
            </a:r>
          </a:p>
          <a:p>
            <a:pPr marL="0" indent="0">
              <a:buNone/>
            </a:pPr>
            <a:r>
              <a:rPr lang="en-US" dirty="0"/>
              <a:t> difficulty adjustment ensures an optimal challenge for players of all skill levels.</a:t>
            </a:r>
            <a:endParaRPr lang="en-IN" dirty="0"/>
          </a:p>
        </p:txBody>
      </p:sp>
      <p:pic>
        <p:nvPicPr>
          <p:cNvPr id="6" name="Picture 5">
            <a:extLst>
              <a:ext uri="{FF2B5EF4-FFF2-40B4-BE49-F238E27FC236}">
                <a16:creationId xmlns:a16="http://schemas.microsoft.com/office/drawing/2014/main" id="{F99E32B9-4D2F-85AD-30CE-B11A3A251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5742" y="609601"/>
            <a:ext cx="3175819" cy="5368412"/>
          </a:xfrm>
          <a:prstGeom prst="rect">
            <a:avLst/>
          </a:prstGeom>
        </p:spPr>
      </p:pic>
    </p:spTree>
    <p:extLst>
      <p:ext uri="{BB962C8B-B14F-4D97-AF65-F5344CB8AC3E}">
        <p14:creationId xmlns:p14="http://schemas.microsoft.com/office/powerpoint/2010/main" val="2541134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2C8DE-B43F-7E5F-AC65-35BC53FB4DFF}"/>
              </a:ext>
            </a:extLst>
          </p:cNvPr>
          <p:cNvSpPr>
            <a:spLocks noGrp="1"/>
          </p:cNvSpPr>
          <p:nvPr>
            <p:ph type="title"/>
          </p:nvPr>
        </p:nvSpPr>
        <p:spPr/>
        <p:txBody>
          <a:bodyPr/>
          <a:lstStyle/>
          <a:p>
            <a:r>
              <a:rPr lang="en-IN" dirty="0"/>
              <a:t>HIGH LEVEL DESIGN:</a:t>
            </a:r>
          </a:p>
        </p:txBody>
      </p:sp>
      <p:sp>
        <p:nvSpPr>
          <p:cNvPr id="3" name="Content Placeholder 2">
            <a:extLst>
              <a:ext uri="{FF2B5EF4-FFF2-40B4-BE49-F238E27FC236}">
                <a16:creationId xmlns:a16="http://schemas.microsoft.com/office/drawing/2014/main" id="{A91DCD33-EEAA-9FB7-164C-EDC3CB084813}"/>
              </a:ext>
            </a:extLst>
          </p:cNvPr>
          <p:cNvSpPr>
            <a:spLocks noGrp="1"/>
          </p:cNvSpPr>
          <p:nvPr>
            <p:ph idx="1"/>
          </p:nvPr>
        </p:nvSpPr>
        <p:spPr>
          <a:xfrm>
            <a:off x="304800" y="2160589"/>
            <a:ext cx="6116320" cy="3880773"/>
          </a:xfrm>
        </p:spPr>
        <p:txBody>
          <a:bodyPr/>
          <a:lstStyle/>
          <a:p>
            <a:pPr marL="0" indent="0">
              <a:buNone/>
            </a:pPr>
            <a:r>
              <a:rPr lang="en-US" dirty="0"/>
              <a:t>The high-level design of the Hangman game includes components like User Interface, Game Logic, Word Bank, Scoring System, Multiplayer Functionality, Leaderboard, and Customization Options to create an engaging and interactive gaming experience. </a:t>
            </a:r>
          </a:p>
          <a:p>
            <a:pPr marL="0" indent="0">
              <a:buNone/>
            </a:pPr>
            <a:endParaRPr lang="en-IN" dirty="0"/>
          </a:p>
        </p:txBody>
      </p:sp>
      <p:pic>
        <p:nvPicPr>
          <p:cNvPr id="6" name="Picture 5">
            <a:extLst>
              <a:ext uri="{FF2B5EF4-FFF2-40B4-BE49-F238E27FC236}">
                <a16:creationId xmlns:a16="http://schemas.microsoft.com/office/drawing/2014/main" id="{A71DFB2C-FBBC-D529-BC81-D9545FB0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4323" y="944880"/>
            <a:ext cx="4493342" cy="4582160"/>
          </a:xfrm>
          <a:prstGeom prst="rect">
            <a:avLst/>
          </a:prstGeom>
        </p:spPr>
      </p:pic>
    </p:spTree>
    <p:extLst>
      <p:ext uri="{BB962C8B-B14F-4D97-AF65-F5344CB8AC3E}">
        <p14:creationId xmlns:p14="http://schemas.microsoft.com/office/powerpoint/2010/main" val="210574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3523-87FA-BD85-979F-6E9CBF012ADF}"/>
              </a:ext>
            </a:extLst>
          </p:cNvPr>
          <p:cNvSpPr>
            <a:spLocks noGrp="1"/>
          </p:cNvSpPr>
          <p:nvPr>
            <p:ph type="title"/>
          </p:nvPr>
        </p:nvSpPr>
        <p:spPr/>
        <p:txBody>
          <a:bodyPr/>
          <a:lstStyle/>
          <a:p>
            <a:r>
              <a:rPr lang="en-IN" dirty="0"/>
              <a:t>FLOW CHART:</a:t>
            </a:r>
          </a:p>
        </p:txBody>
      </p:sp>
      <p:pic>
        <p:nvPicPr>
          <p:cNvPr id="6" name="Content Placeholder 5">
            <a:extLst>
              <a:ext uri="{FF2B5EF4-FFF2-40B4-BE49-F238E27FC236}">
                <a16:creationId xmlns:a16="http://schemas.microsoft.com/office/drawing/2014/main" id="{362D8A12-3509-8802-769B-E5CAC6BB24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3329" y="1573162"/>
            <a:ext cx="6076336" cy="4468864"/>
          </a:xfrm>
        </p:spPr>
      </p:pic>
    </p:spTree>
    <p:extLst>
      <p:ext uri="{BB962C8B-B14F-4D97-AF65-F5344CB8AC3E}">
        <p14:creationId xmlns:p14="http://schemas.microsoft.com/office/powerpoint/2010/main" val="402705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662B-881D-EDC2-D0CD-59BC3C119E3A}"/>
              </a:ext>
            </a:extLst>
          </p:cNvPr>
          <p:cNvSpPr>
            <a:spLocks noGrp="1"/>
          </p:cNvSpPr>
          <p:nvPr>
            <p:ph type="title"/>
          </p:nvPr>
        </p:nvSpPr>
        <p:spPr>
          <a:xfrm>
            <a:off x="677334" y="162560"/>
            <a:ext cx="8596668" cy="654077"/>
          </a:xfrm>
        </p:spPr>
        <p:txBody>
          <a:bodyPr>
            <a:normAutofit/>
          </a:bodyPr>
          <a:lstStyle/>
          <a:p>
            <a:r>
              <a:rPr lang="en-IN" dirty="0"/>
              <a:t>CODE:</a:t>
            </a:r>
          </a:p>
        </p:txBody>
      </p:sp>
      <p:sp>
        <p:nvSpPr>
          <p:cNvPr id="11" name="Content Placeholder 10">
            <a:extLst>
              <a:ext uri="{FF2B5EF4-FFF2-40B4-BE49-F238E27FC236}">
                <a16:creationId xmlns:a16="http://schemas.microsoft.com/office/drawing/2014/main" id="{739E2905-3CF7-FA0D-CE4F-1C607BD051C8}"/>
              </a:ext>
            </a:extLst>
          </p:cNvPr>
          <p:cNvSpPr>
            <a:spLocks noGrp="1"/>
          </p:cNvSpPr>
          <p:nvPr>
            <p:ph idx="1"/>
          </p:nvPr>
        </p:nvSpPr>
        <p:spPr>
          <a:xfrm>
            <a:off x="677334" y="816638"/>
            <a:ext cx="8596668" cy="6041362"/>
          </a:xfrm>
        </p:spPr>
        <p:txBody>
          <a:bodyPr>
            <a:normAutofit fontScale="47500" lnSpcReduction="20000"/>
          </a:bodyPr>
          <a:lstStyle/>
          <a:p>
            <a:pPr marL="0" indent="0">
              <a:buNone/>
            </a:pPr>
            <a:endParaRPr lang="en-US" dirty="0"/>
          </a:p>
          <a:p>
            <a:pPr marL="0" indent="0">
              <a:buNone/>
            </a:pPr>
            <a:r>
              <a:rPr lang="en-US" dirty="0"/>
              <a:t>word = input("Enter a word for the game: ").lower()</a:t>
            </a:r>
          </a:p>
          <a:p>
            <a:pPr marL="0" indent="0">
              <a:buNone/>
            </a:pPr>
            <a:r>
              <a:rPr lang="en-US" dirty="0"/>
              <a:t>guessed = ['_'] * </a:t>
            </a:r>
            <a:r>
              <a:rPr lang="en-US" dirty="0" err="1"/>
              <a:t>len</a:t>
            </a:r>
            <a:r>
              <a:rPr lang="en-US" dirty="0"/>
              <a:t>(word)</a:t>
            </a:r>
          </a:p>
          <a:p>
            <a:pPr marL="0" indent="0">
              <a:buNone/>
            </a:pPr>
            <a:r>
              <a:rPr lang="en-US" dirty="0"/>
              <a:t>attempts = 6</a:t>
            </a:r>
          </a:p>
          <a:p>
            <a:pPr marL="0" indent="0">
              <a:buNone/>
            </a:pPr>
            <a:r>
              <a:rPr lang="en-US" dirty="0"/>
              <a:t>import random</a:t>
            </a:r>
          </a:p>
          <a:p>
            <a:pPr marL="0" indent="0">
              <a:buNone/>
            </a:pPr>
            <a:r>
              <a:rPr lang="en-US" dirty="0"/>
              <a:t>print("Let's play Hangman!")</a:t>
            </a:r>
          </a:p>
          <a:p>
            <a:pPr marL="0" indent="0">
              <a:buNone/>
            </a:pPr>
            <a:r>
              <a:rPr lang="en-US" dirty="0"/>
              <a:t>while attempts &gt; 0 and '_' in guessed:</a:t>
            </a:r>
          </a:p>
          <a:p>
            <a:pPr marL="0" indent="0">
              <a:buNone/>
            </a:pPr>
            <a:r>
              <a:rPr lang="en-US" dirty="0"/>
              <a:t>    print(' '.join(guessed))</a:t>
            </a:r>
          </a:p>
          <a:p>
            <a:pPr marL="0" indent="0">
              <a:buNone/>
            </a:pPr>
            <a:r>
              <a:rPr lang="en-US" dirty="0"/>
              <a:t>    guess = input("Guess a letter: ").lower()</a:t>
            </a:r>
          </a:p>
          <a:p>
            <a:pPr marL="0" indent="0">
              <a:buNone/>
            </a:pPr>
            <a:r>
              <a:rPr lang="en-US" dirty="0"/>
              <a:t>    if </a:t>
            </a:r>
            <a:r>
              <a:rPr lang="en-US" dirty="0" err="1"/>
              <a:t>len</a:t>
            </a:r>
            <a:r>
              <a:rPr lang="en-US" dirty="0"/>
              <a:t>(guess) != 1:</a:t>
            </a:r>
          </a:p>
          <a:p>
            <a:pPr marL="0" indent="0">
              <a:buNone/>
            </a:pPr>
            <a:r>
              <a:rPr lang="en-US" dirty="0"/>
              <a:t>        print("Please guess one letter at a time.")</a:t>
            </a:r>
          </a:p>
          <a:p>
            <a:pPr marL="0" indent="0">
              <a:buNone/>
            </a:pPr>
            <a:r>
              <a:rPr lang="en-US" dirty="0"/>
              <a:t>    </a:t>
            </a:r>
            <a:r>
              <a:rPr lang="en-US" dirty="0" err="1"/>
              <a:t>elif</a:t>
            </a:r>
            <a:r>
              <a:rPr lang="en-US" dirty="0"/>
              <a:t> guess in guessed:</a:t>
            </a:r>
          </a:p>
          <a:p>
            <a:pPr marL="0" indent="0">
              <a:buNone/>
            </a:pPr>
            <a:r>
              <a:rPr lang="en-US" dirty="0"/>
              <a:t>        print("You already guessed this letter.")</a:t>
            </a:r>
          </a:p>
          <a:p>
            <a:pPr marL="0" indent="0">
              <a:buNone/>
            </a:pPr>
            <a:r>
              <a:rPr lang="en-US" dirty="0"/>
              <a:t>    </a:t>
            </a:r>
            <a:r>
              <a:rPr lang="en-US" dirty="0" err="1"/>
              <a:t>elif</a:t>
            </a:r>
            <a:r>
              <a:rPr lang="en-US" dirty="0"/>
              <a:t> guess not in word:</a:t>
            </a:r>
          </a:p>
          <a:p>
            <a:pPr marL="0" indent="0">
              <a:buNone/>
            </a:pPr>
            <a:r>
              <a:rPr lang="en-US" dirty="0"/>
              <a:t>        attempts -= 1</a:t>
            </a:r>
          </a:p>
          <a:p>
            <a:pPr marL="0" indent="0">
              <a:buNone/>
            </a:pPr>
            <a:r>
              <a:rPr lang="en-US" dirty="0"/>
              <a:t>        print(</a:t>
            </a:r>
            <a:r>
              <a:rPr lang="en-US" dirty="0" err="1"/>
              <a:t>f"Incorrect</a:t>
            </a:r>
            <a:r>
              <a:rPr lang="en-US" dirty="0"/>
              <a:t>! You have {attempts} attempts left.")</a:t>
            </a:r>
          </a:p>
          <a:p>
            <a:pPr marL="0" indent="0">
              <a:buNone/>
            </a:pPr>
            <a:r>
              <a:rPr lang="en-US" dirty="0"/>
              <a:t>    else:</a:t>
            </a:r>
          </a:p>
          <a:p>
            <a:pPr marL="0" indent="0">
              <a:buNone/>
            </a:pPr>
            <a:r>
              <a:rPr lang="en-US" dirty="0"/>
              <a:t>        for </a:t>
            </a:r>
            <a:r>
              <a:rPr lang="en-US" dirty="0" err="1"/>
              <a:t>i</a:t>
            </a:r>
            <a:r>
              <a:rPr lang="en-US" dirty="0"/>
              <a:t>, letter in enumerate(word):</a:t>
            </a:r>
          </a:p>
          <a:p>
            <a:pPr marL="0" indent="0">
              <a:buNone/>
            </a:pPr>
            <a:r>
              <a:rPr lang="en-US" dirty="0"/>
              <a:t>            if letter == guess:</a:t>
            </a:r>
          </a:p>
          <a:p>
            <a:pPr marL="0" indent="0">
              <a:buNone/>
            </a:pPr>
            <a:r>
              <a:rPr lang="en-US" dirty="0"/>
              <a:t>                guessed[</a:t>
            </a:r>
            <a:r>
              <a:rPr lang="en-US" dirty="0" err="1"/>
              <a:t>i</a:t>
            </a:r>
            <a:r>
              <a:rPr lang="en-US" dirty="0"/>
              <a:t>] = guess</a:t>
            </a:r>
          </a:p>
          <a:p>
            <a:pPr marL="0" indent="0">
              <a:buNone/>
            </a:pPr>
            <a:r>
              <a:rPr lang="en-US" dirty="0"/>
              <a:t>if '_' not in guessed:</a:t>
            </a:r>
          </a:p>
          <a:p>
            <a:pPr marL="0" indent="0">
              <a:buNone/>
            </a:pPr>
            <a:r>
              <a:rPr lang="en-US" dirty="0"/>
              <a:t>    print(' '.join(guessed))</a:t>
            </a:r>
          </a:p>
          <a:p>
            <a:pPr marL="0" indent="0">
              <a:buNone/>
            </a:pPr>
            <a:r>
              <a:rPr lang="en-US" dirty="0"/>
              <a:t>    print("Congratulations, you won!")</a:t>
            </a:r>
          </a:p>
          <a:p>
            <a:pPr marL="0" indent="0">
              <a:buNone/>
            </a:pPr>
            <a:r>
              <a:rPr lang="en-US" dirty="0"/>
              <a:t>else:</a:t>
            </a:r>
          </a:p>
          <a:p>
            <a:pPr marL="0" indent="0">
              <a:buNone/>
            </a:pPr>
            <a:r>
              <a:rPr lang="en-US" dirty="0"/>
              <a:t>    print(</a:t>
            </a:r>
            <a:r>
              <a:rPr lang="en-US" dirty="0" err="1"/>
              <a:t>f"Sorry</a:t>
            </a:r>
            <a:r>
              <a:rPr lang="en-US" dirty="0"/>
              <a:t>, you lost. The word was {word}.")</a:t>
            </a:r>
          </a:p>
        </p:txBody>
      </p:sp>
    </p:spTree>
    <p:extLst>
      <p:ext uri="{BB962C8B-B14F-4D97-AF65-F5344CB8AC3E}">
        <p14:creationId xmlns:p14="http://schemas.microsoft.com/office/powerpoint/2010/main" val="441765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9B27-3877-23C0-0039-CED4477C864C}"/>
              </a:ext>
            </a:extLst>
          </p:cNvPr>
          <p:cNvSpPr>
            <a:spLocks noGrp="1"/>
          </p:cNvSpPr>
          <p:nvPr>
            <p:ph type="title"/>
          </p:nvPr>
        </p:nvSpPr>
        <p:spPr/>
        <p:txBody>
          <a:bodyPr/>
          <a:lstStyle/>
          <a:p>
            <a:r>
              <a:rPr lang="en-IN" dirty="0"/>
              <a:t>SCREEN SHOT:</a:t>
            </a:r>
          </a:p>
        </p:txBody>
      </p:sp>
      <p:pic>
        <p:nvPicPr>
          <p:cNvPr id="9" name="Content Placeholder 8">
            <a:extLst>
              <a:ext uri="{FF2B5EF4-FFF2-40B4-BE49-F238E27FC236}">
                <a16:creationId xmlns:a16="http://schemas.microsoft.com/office/drawing/2014/main" id="{7BC9CA81-4E90-E598-9C2F-FD694D2EE1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6013" y="1337187"/>
            <a:ext cx="6626942" cy="5348747"/>
          </a:xfrm>
        </p:spPr>
      </p:pic>
    </p:spTree>
    <p:extLst>
      <p:ext uri="{BB962C8B-B14F-4D97-AF65-F5344CB8AC3E}">
        <p14:creationId xmlns:p14="http://schemas.microsoft.com/office/powerpoint/2010/main" val="2903464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64562-1274-7D61-D8E6-117C5DC1B612}"/>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786A79D2-A1AA-34DE-B4B0-053143882729}"/>
              </a:ext>
            </a:extLst>
          </p:cNvPr>
          <p:cNvSpPr>
            <a:spLocks noGrp="1"/>
          </p:cNvSpPr>
          <p:nvPr>
            <p:ph idx="1"/>
          </p:nvPr>
        </p:nvSpPr>
        <p:spPr>
          <a:xfrm>
            <a:off x="677334" y="1465007"/>
            <a:ext cx="8596668" cy="4576356"/>
          </a:xfrm>
        </p:spPr>
        <p:txBody>
          <a:bodyPr/>
          <a:lstStyle/>
          <a:p>
            <a:pPr marL="0" indent="0">
              <a:buNone/>
            </a:pPr>
            <a:r>
              <a:rPr lang="en-IN" dirty="0">
                <a:hlinkClick r:id="rId2"/>
              </a:rPr>
              <a:t>Since this a simple command-line based </a:t>
            </a:r>
            <a:r>
              <a:rPr lang="en-IN" dirty="0" err="1">
                <a:hlinkClick r:id="rId2"/>
              </a:rPr>
              <a:t>application,there</a:t>
            </a:r>
            <a:r>
              <a:rPr lang="en-IN" dirty="0">
                <a:hlinkClick r:id="rId2"/>
              </a:rPr>
              <a:t> is no specific reference </a:t>
            </a:r>
          </a:p>
          <a:p>
            <a:pPr marL="0" indent="0">
              <a:buNone/>
            </a:pPr>
            <a:r>
              <a:rPr lang="en-IN" dirty="0">
                <a:hlinkClick r:id="rId2"/>
              </a:rPr>
              <a:t>to site. </a:t>
            </a:r>
            <a:r>
              <a:rPr lang="en-IN" dirty="0" err="1">
                <a:hlinkClick r:id="rId2"/>
              </a:rPr>
              <a:t>However,the</a:t>
            </a:r>
            <a:r>
              <a:rPr lang="en-IN" dirty="0">
                <a:hlinkClick r:id="rId2"/>
              </a:rPr>
              <a:t> code is written in python and the following resource can be</a:t>
            </a:r>
          </a:p>
          <a:p>
            <a:pPr marL="0" indent="0">
              <a:buNone/>
            </a:pPr>
            <a:r>
              <a:rPr lang="en-IN" dirty="0">
                <a:hlinkClick r:id="rId2"/>
              </a:rPr>
              <a:t>Useful learning python: </a:t>
            </a:r>
          </a:p>
          <a:p>
            <a:pPr marL="0" indent="0">
              <a:buNone/>
            </a:pPr>
            <a:r>
              <a:rPr lang="en-IN" dirty="0">
                <a:hlinkClick r:id="rId2"/>
              </a:rPr>
              <a:t>https://www.geeksforgeeks.org/python-program-for-word-guessing-game/</a:t>
            </a:r>
            <a:endParaRPr lang="en-IN" dirty="0"/>
          </a:p>
          <a:p>
            <a:pPr marL="0" indent="0">
              <a:buNone/>
            </a:pPr>
            <a:r>
              <a:rPr lang="en-IN" dirty="0">
                <a:hlinkClick r:id="rId3"/>
              </a:rPr>
              <a:t>https://github.com/meet244/Hangman-game</a:t>
            </a:r>
            <a:endParaRPr lang="en-IN" dirty="0"/>
          </a:p>
          <a:p>
            <a:pPr marL="0" indent="0">
              <a:buNone/>
            </a:pPr>
            <a:r>
              <a:rPr lang="en-IN" dirty="0"/>
              <a:t> </a:t>
            </a:r>
            <a:r>
              <a:rPr lang="en-IN" dirty="0">
                <a:hlinkClick r:id="rId4"/>
              </a:rPr>
              <a:t>https://github.com/jasmin-30/Hangman</a:t>
            </a:r>
            <a:endParaRPr lang="en-IN" dirty="0"/>
          </a:p>
          <a:p>
            <a:pPr marL="0" indent="0">
              <a:buNone/>
            </a:pPr>
            <a:r>
              <a:rPr lang="en-IN" dirty="0">
                <a:hlinkClick r:id="rId5"/>
              </a:rPr>
              <a:t>https://www.scribd.com/document/607816937/Project-Report-on-Hangman-Game</a:t>
            </a:r>
            <a:endParaRPr lang="en-IN" dirty="0"/>
          </a:p>
          <a:p>
            <a:pPr marL="0" indent="0">
              <a:buNone/>
            </a:pPr>
            <a:endParaRPr lang="en-IN" dirty="0"/>
          </a:p>
        </p:txBody>
      </p:sp>
    </p:spTree>
    <p:extLst>
      <p:ext uri="{BB962C8B-B14F-4D97-AF65-F5344CB8AC3E}">
        <p14:creationId xmlns:p14="http://schemas.microsoft.com/office/powerpoint/2010/main" val="3110761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8F9E0-0C6C-D520-941D-963C686245F3}"/>
              </a:ext>
            </a:extLst>
          </p:cNvPr>
          <p:cNvSpPr>
            <a:spLocks noGrp="1"/>
          </p:cNvSpPr>
          <p:nvPr>
            <p:ph type="title"/>
          </p:nvPr>
        </p:nvSpPr>
        <p:spPr>
          <a:xfrm>
            <a:off x="677334" y="747250"/>
            <a:ext cx="8596668" cy="5294112"/>
          </a:xfrm>
        </p:spPr>
        <p:txBody>
          <a:bodyPr/>
          <a:lstStyle/>
          <a:p>
            <a:br>
              <a:rPr lang="en-IN" dirty="0"/>
            </a:br>
            <a:br>
              <a:rPr lang="en-IN" dirty="0"/>
            </a:br>
            <a:br>
              <a:rPr lang="en-IN" dirty="0"/>
            </a:br>
            <a:r>
              <a:rPr lang="en-IN" dirty="0"/>
              <a:t>                </a:t>
            </a:r>
            <a:r>
              <a:rPr lang="en-IN" sz="4400" dirty="0">
                <a:latin typeface="Arial Black" panose="020B0A04020102020204" pitchFamily="34" charset="0"/>
              </a:rPr>
              <a:t>THANK YOU!</a:t>
            </a:r>
            <a:endParaRPr lang="en-IN" dirty="0">
              <a:latin typeface="Arial Black" panose="020B0A04020102020204" pitchFamily="34" charset="0"/>
            </a:endParaRPr>
          </a:p>
        </p:txBody>
      </p:sp>
    </p:spTree>
    <p:extLst>
      <p:ext uri="{BB962C8B-B14F-4D97-AF65-F5344CB8AC3E}">
        <p14:creationId xmlns:p14="http://schemas.microsoft.com/office/powerpoint/2010/main" val="39071977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1006</TotalTime>
  <Words>573</Words>
  <Application>Microsoft Office PowerPoint</Application>
  <PresentationFormat>Widescreen</PresentationFormat>
  <Paragraphs>75</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Trebuchet MS</vt:lpstr>
      <vt:lpstr>Wingdings 3</vt:lpstr>
      <vt:lpstr>Facet</vt:lpstr>
      <vt:lpstr>HANGMAN GAME USING PYTHON </vt:lpstr>
      <vt:lpstr>CONTENTS: </vt:lpstr>
      <vt:lpstr>ABSTRACT:</vt:lpstr>
      <vt:lpstr>EXISTING SYSTEM:</vt:lpstr>
      <vt:lpstr>Proposed system:</vt:lpstr>
      <vt:lpstr>HIGH LEVEL DESIGN:</vt:lpstr>
      <vt:lpstr>FLOW CHART:</vt:lpstr>
      <vt:lpstr>CODE:</vt:lpstr>
      <vt:lpstr>SCREEN SHOT:</vt:lpstr>
      <vt:lpstr>REFERENCE: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SRIRAMADASU DEEPTHI</dc:creator>
  <cp:lastModifiedBy>SRIRAMADASU DEEPTHI</cp:lastModifiedBy>
  <cp:revision>7</cp:revision>
  <dcterms:created xsi:type="dcterms:W3CDTF">2024-07-29T13:56:58Z</dcterms:created>
  <dcterms:modified xsi:type="dcterms:W3CDTF">2024-08-01T07:44:21Z</dcterms:modified>
</cp:coreProperties>
</file>